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09728" cy="2560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EventCarbon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E6C9"/>
                </a:solidFill>
              </a:rPr>
              <a:t>AI-Powered Carbon Footprint Management for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897B"/>
                </a:solidFill>
              </a:rPr>
              <a:t>Chat · Calculate · Compare · Reduce · Offset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C9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🌍  Events are significant emitters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Conferences, festivals &amp; corporate events generate thousands of tCO₂e each — yet most organizers have no systematic way to measure or reduce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📋  Data is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Emission data lives across caterers, venues, airlines, and logistics providers with no unified collection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🔢  Calculations are opaque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Existing tools are spreadsheet-heavy, manual, and require sustainability expertise most organizers don't have.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💰  Carbon costs are rising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Carbon taxes, SGX disclosure rules, EU CSRD &amp; SBTi commitments mean accurate footprints are now a business necessity.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EventCarbon Co-Pilot is a chat-first, AI-powered platform that guides event organizers from raw natural-language descriptions to verified GHG reports — in minutes, not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2194560" cy="40233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219456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Chat-First
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Describe your event in plain English. The AI extracts structured activity data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2194560"/>
            <a:ext cx="2194560" cy="40233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2194560"/>
            <a:ext cx="219456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Deterministic
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0040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GHG Protocol-compliant engine. No LLM guesswork — every tCO₂e is traceable to a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2194560"/>
            <a:ext cx="2194560" cy="40233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59" y="2194560"/>
            <a:ext cx="219456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199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Multi-Scenario
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320040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Clone &amp; tweak scenarios side-by-side: travel mode shifts, menu changes, venue swaps.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2194560"/>
            <a:ext cx="2194560" cy="40233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79" y="2194560"/>
            <a:ext cx="219456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Live Factor
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20040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Web agents refresh emission factors from DEFRA, ICAO, IEA, and NEA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194560"/>
            <a:ext cx="2194560" cy="40233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194560"/>
            <a:ext cx="219456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Financial
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00400"/>
            <a:ext cx="2011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Carbon tax savings, green incentives, and compliance scoring for SBTi, SGX, EU CSRD.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Who Uses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38"/>
                </a:solidFill>
              </a:rPr>
              <a:t>🎪  Event Organizer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Defines event parameters via chat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Collects supplier data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Runs scenario comparisons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Generates GHG reports for sponsors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49039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38"/>
                </a:solidFill>
              </a:rPr>
              <a:t>🌿  Sustainability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Expert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Fine-tunes emission factor assumptions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Uploads precise supplier data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Validates methodology boundaries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Benchmarks against SBTi / ISO 20121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38"/>
                </a:solidFill>
              </a:rPr>
              <a:t>📊  Sponsor /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Read-only stakeholder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Views footprint + reduction + offset report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Reviews compliance scoring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Compares year-over-year progress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Exports PDF / CSV for ESG disclosure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User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76072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73152" cy="2468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1  Chat-First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97B"/>
                </a:solidFill>
              </a:rPr>
              <a:t>"We're planning a 3-day tech conference in Singapore, 800 attendees, hybrid, mostly APAC audience."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AI asks clarifying questions → generates initial scenario using proxy factors → all assumptions clearly flagged.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76072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73152" cy="2468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2  Multi-Scenario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97B"/>
                </a:solidFill>
              </a:rPr>
              <a:t>"What if we move it to Bangkok and push for more rail travel?"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Agent clones baseline, tweaks parameters → shows Scenario A vs B vs C: total tCO₂e, per-attendee, category breakdown.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576072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73152" cy="2468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3  Supplier Data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97B"/>
                </a:solidFill>
              </a:rPr>
              <a:t>"Ask our caterer and AV vendor for precise data."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292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Platform generates shareable mini-forms. Suppliers submit kWh, fuel, kg, menu data → chatbot ingests &amp; recalculates.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576072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73152" cy="2468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4  Reduction &amp; Offset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97B"/>
                </a:solidFill>
              </a:rPr>
              <a:t>"How can we cut 30% of emissions?"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0292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Agent suggests measure sets (travel mode shift, menu change, logistics consolidation) and estimates remaining offset need.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11704320" cy="12801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 (React 19 + TypeScript + Vite)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143000"/>
            <a:ext cx="7680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·  Chat pane — natural-language event intake &amp; Q&amp;A   ·  Structured side-panel — auto-filled forms (attendees, travel, venue, catering, waste)   ·  Scenario dashboard — cards, stacked bar charts, comparison table   ·  Financial panel — carbon tax savings, incentives, compliance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468880"/>
            <a:ext cx="11704320" cy="128016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Orchestrator API  (FastAPI async)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514600"/>
            <a:ext cx="7680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·  POST /api/chat — OpenAI function calling → structured EventScenarioInput   ·  CRUD + clone + compare — /api/scenarios   ·  Financial analysis — /api/financial  (tax, incentives, compliance by region)   ·  TinyFish agent triggers — /api/agents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840480"/>
            <a:ext cx="11704320" cy="12801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Services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886200"/>
            <a:ext cx="7680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·  emissions_engine.py — deterministic GHG Protocol calculations   ·  financial_engine.py — carbon tax, incentives, compliance scoring   ·  openai_service.py — NL→structured extraction + recommendations   ·  tinyfish_agent.py — 6 headless browser agents for live factor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5212080"/>
            <a:ext cx="11704320" cy="128016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257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/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5257800"/>
            <a:ext cx="7680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·  SQLite (dev) / PostgreSQL (prod) — async SQLAlchemy ORM   ·  emission_factors.json — factor catalog with provenance &amp; methodology tags   ·  tax_incentives.json — rates, exchange rates, incentives by region (SG/EU/UK/AU/USA)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Emissions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2E"/>
                </a:solidFill>
              </a:rPr>
              <a:t>100% deterministic — the LLM never touches calculations. Every tCO₂e is traceable to a published emission factor.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3749039" cy="20116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3749039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✈  Travel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4688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participants × distance × factor
(per mode + class: economy/business/first, car, rail, ferry)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828800"/>
            <a:ext cx="3749039" cy="20116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749039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Venue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kWh × grid factor  (or proxy per m²/day in basic mode)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749039" cy="20116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749039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🏨  Accommodation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688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nights × room type ×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3749039" cy="20116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3749039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🍽  Catering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meals × menu type (meat / vegetarian / vegan) × factor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3749039" cy="20116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749039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♻  Materials &amp; Waste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mass or units × waste / emission factor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28800"/>
            <a:ext cx="3749039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Two Calculation Modes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4231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Basic — proxy-heavy, great for early planning. Estimates clearly flagged.
Advanced — detailed supplier data, scope 1/2/3 fully resolved, audit-ready.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Layer &amp; Web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38"/>
                </a:solidFill>
              </a:rPr>
              <a:t>🤖  OpenAI Chat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• NL → structured activity data</a:t>
            </a:r>
            <a:br/>
            <a:r>
              <a:t>  "70% fly EU, 30% local by MRT" → typed breakdown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• Sensible defaults when data is missing</a:t>
            </a:r>
            <a:br/>
            <a:r>
              <a:t>  (clearly flagged as estimates)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• Reduction &amp; offset recommendations</a:t>
            </a:r>
            <a:br/>
            <a:r>
              <a:t>  with methodology explanations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• Three chatbot modes:</a:t>
            </a:r>
            <a:br/>
            <a:r>
              <a:t>  • Data collection — fills activity items progressively</a:t>
            </a:r>
            <a:br/>
            <a:r>
              <a:t>  • Explanation — answers 'why is this number high?'</a:t>
            </a:r>
            <a:br/>
            <a:r>
              <a:t>  • What-if — 'clone baseline, switch meals to vegan'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577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57784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38"/>
                </a:solidFill>
              </a:rPr>
              <a:t>🌐  TinyFish Web Agents (×6)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Agents run on schedule and merge results into emission_factors.json with full provenance (source URL, fetch time, run_id).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EMA — Singapore grid emission factors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DEFRA — UK/EU emission factors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NEA — National Environment Agency factors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Ember Climate — live grid carbon intensity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ICAO — aviation emission factors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Our World in Data — global energy mix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Core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7607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73152" cy="1600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id · name · location · dates · type · organizer_id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7607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73152" cy="1600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id · event_id · name · description · assumptions (JSON) · mode (basic/advanced)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80360"/>
            <a:ext cx="57607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73152" cy="1600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ActivityGroup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type (travel/venue_energy/accommodation/catering/materials/waste) · scope (1/2/3) · scenario_id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57607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73152" cy="1600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ActivityItem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group_id · quantity · unit · emission_factor_id · source (user_input / chat_inferred / supplier_form / default_proxy)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57607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73152" cy="1600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EmissionFactor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id · category · region · value · unit · source_url · last_updated · methodology_tag (IPCC2013 / GHGProtocol)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17720"/>
            <a:ext cx="57607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73152" cy="1600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FinancialReport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id · scenario_id · region · carbon_tax_savings · incentives (JSON) · compliance_score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Financial &amp; Compliance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88720"/>
            <a:ext cx="2194560" cy="29260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194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🇸🇬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</a:rPr>
              <a:t>Carbon tax S$25/tCO₂e
NEA Green Mark incentives
SGX sustainability disclosure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188720"/>
            <a:ext cx="2194560" cy="29260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188720"/>
            <a:ext cx="2194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🇪🇺 European 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288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</a:rPr>
              <a:t>ETS price ~€65/tCO₂e
EU Green Deal incentives
EU CSRD mandatory reporting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88720"/>
            <a:ext cx="2194560" cy="29260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188720"/>
            <a:ext cx="2194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🇬🇧 United Kingdom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8288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</a:rPr>
              <a:t>UK ETS + carbon price support
BBSR Green Building Fund
ISO 20121 alignment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1188720"/>
            <a:ext cx="2194560" cy="29260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59" y="1188720"/>
            <a:ext cx="2194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9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🇦🇺 Australia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18288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</a:rPr>
              <a:t>Safeguard Mechanism
ERF incentive programs
ASRS climate disclosures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188720"/>
            <a:ext cx="2194560" cy="29260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1188720"/>
            <a:ext cx="2194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19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🇺🇸 United States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18288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</a:rPr>
              <a:t>State-level carbon markets
IRA clean energy credits
SEC climate 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389120"/>
            <a:ext cx="11704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C38"/>
                </a:solidFill>
              </a:rPr>
              <a:t>Compliance Frameworks Scored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GHG Protocol (Scope 1/2/3)   ·   ISO 20121 (Sustainable Events)   ·   SBTi (Science-Based Targets)   ·   SGX Sustainability Reporting   ·   EU CSRD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Roadmap: MVP → Full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394960" cy="53949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3949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MVP  (Hackathon — 24–36h)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Singapore / EU generic emission factors</a:t>
            </a:r>
          </a:p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Categories: Travel + Venue Energy + Catering + simple Waste proxy</a:t>
            </a:r>
          </a:p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Chat intake → structured scenario → deterministic calculation</a:t>
            </a:r>
          </a:p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Scenario comparison chart (stacked bar)</a:t>
            </a:r>
          </a:p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Carbon tax savings estimate (SG &amp; EU)</a:t>
            </a:r>
          </a:p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Basic compliance score</a:t>
            </a:r>
          </a:p>
          <a:p>
            <a:pPr>
              <a:spcAft>
                <a:spcPts val="800"/>
              </a:spcAft>
              <a:defRPr sz="1200">
                <a:solidFill>
                  <a:srgbClr val="C8E6C9"/>
                </a:solidFill>
              </a:defRPr>
            </a:pPr>
            <a:r>
              <a:t>✓  React dashboard + FastAPI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577840" cy="5394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57784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38"/>
                </a:solidFill>
              </a:rPr>
              <a:t>Stretch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Supplier mini-forms with ingestion pipeline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Multi-event history &amp; year-over-year progress view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Automatic offset suggestion (links to offset providers via web agents)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Advanced mode with full scope 1/2/3 breakdown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Scenario versioning &amp; audit trail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PDF/CSV export for ESG disclosure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Real-time TinyFish factor refresh on demand</a:t>
            </a:r>
          </a:p>
          <a:p>
            <a:pPr>
              <a:spcAft>
                <a:spcPts val="700"/>
              </a:spcAft>
              <a:defRPr sz="1200">
                <a:solidFill>
                  <a:srgbClr val="1A1A2E"/>
                </a:solidFill>
              </a:defRPr>
            </a:pPr>
            <a:r>
              <a:t>→  Multi-region carbon tax &amp; incentive matching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897B"/>
                </a:solidFill>
              </a:rPr>
              <a:t>EventCarbon Co-Pilot  ·  Chat · Calculate · Compare · Reduce · 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E6C9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E6C9"/>
                </a:solidFill>
              </a:rPr>
              <a:t>Built with FastAPI · React · OpenAI · TinyFish Agents · GHG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